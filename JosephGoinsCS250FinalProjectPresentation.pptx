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736008-D168-4720-97ED-ECF4B8C26E58}" v="6" dt="2026-02-18T15:30:52.5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ph Goins" userId="7c54249df951b4d5" providerId="LiveId" clId="{0D5BC27C-ED65-4960-A156-318CD3C3F085}"/>
    <pc:docChg chg="custSel addSld delSld modSld">
      <pc:chgData name="Joseph Goins" userId="7c54249df951b4d5" providerId="LiveId" clId="{0D5BC27C-ED65-4960-A156-318CD3C3F085}" dt="2026-02-18T15:36:10.746" v="2901" actId="20577"/>
      <pc:docMkLst>
        <pc:docMk/>
      </pc:docMkLst>
      <pc:sldChg chg="delSp modSp mod delDesignElem">
        <pc:chgData name="Joseph Goins" userId="7c54249df951b4d5" providerId="LiveId" clId="{0D5BC27C-ED65-4960-A156-318CD3C3F085}" dt="2026-02-18T15:33:39.624" v="2896" actId="207"/>
        <pc:sldMkLst>
          <pc:docMk/>
          <pc:sldMk cId="137198461" sldId="256"/>
        </pc:sldMkLst>
        <pc:spChg chg="mod">
          <ac:chgData name="Joseph Goins" userId="7c54249df951b4d5" providerId="LiveId" clId="{0D5BC27C-ED65-4960-A156-318CD3C3F085}" dt="2026-02-18T15:33:14.955" v="2895" actId="20577"/>
          <ac:spMkLst>
            <pc:docMk/>
            <pc:sldMk cId="137198461" sldId="256"/>
            <ac:spMk id="2" creationId="{F7AFA841-8B22-CE80-D4F6-EB3B3A50E3BE}"/>
          </ac:spMkLst>
        </pc:spChg>
        <pc:spChg chg="mod">
          <ac:chgData name="Joseph Goins" userId="7c54249df951b4d5" providerId="LiveId" clId="{0D5BC27C-ED65-4960-A156-318CD3C3F085}" dt="2026-02-18T15:33:39.624" v="2896" actId="207"/>
          <ac:spMkLst>
            <pc:docMk/>
            <pc:sldMk cId="137198461" sldId="256"/>
            <ac:spMk id="3" creationId="{3C00E525-A7B5-F6E6-4682-1ECB63E5BA71}"/>
          </ac:spMkLst>
        </pc:spChg>
        <pc:spChg chg="del">
          <ac:chgData name="Joseph Goins" userId="7c54249df951b4d5" providerId="LiveId" clId="{0D5BC27C-ED65-4960-A156-318CD3C3F085}" dt="2026-02-18T14:25:19.707" v="9"/>
          <ac:spMkLst>
            <pc:docMk/>
            <pc:sldMk cId="137198461" sldId="256"/>
            <ac:spMk id="9" creationId="{19F9BF86-FE94-4517-B97D-026C7515E589}"/>
          </ac:spMkLst>
        </pc:spChg>
        <pc:spChg chg="del">
          <ac:chgData name="Joseph Goins" userId="7c54249df951b4d5" providerId="LiveId" clId="{0D5BC27C-ED65-4960-A156-318CD3C3F085}" dt="2026-02-18T14:25:19.707" v="9"/>
          <ac:spMkLst>
            <pc:docMk/>
            <pc:sldMk cId="137198461" sldId="256"/>
            <ac:spMk id="11" creationId="{122AB34F-E75C-451A-8410-05B6C249E9D3}"/>
          </ac:spMkLst>
        </pc:spChg>
        <pc:picChg chg="mod">
          <ac:chgData name="Joseph Goins" userId="7c54249df951b4d5" providerId="LiveId" clId="{0D5BC27C-ED65-4960-A156-318CD3C3F085}" dt="2026-02-18T15:32:51.231" v="2891" actId="1076"/>
          <ac:picMkLst>
            <pc:docMk/>
            <pc:sldMk cId="137198461" sldId="256"/>
            <ac:picMk id="4" creationId="{64F83401-36FC-D013-E5A5-7C19E2F2FF76}"/>
          </ac:picMkLst>
        </pc:picChg>
        <pc:cxnChg chg="del">
          <ac:chgData name="Joseph Goins" userId="7c54249df951b4d5" providerId="LiveId" clId="{0D5BC27C-ED65-4960-A156-318CD3C3F085}" dt="2026-02-18T14:25:19.707" v="9"/>
          <ac:cxnSpMkLst>
            <pc:docMk/>
            <pc:sldMk cId="137198461" sldId="256"/>
            <ac:cxnSpMk id="13" creationId="{97CC2FE6-3AD0-4131-B4BC-1F4D65E25E13}"/>
          </ac:cxnSpMkLst>
        </pc:cxnChg>
      </pc:sldChg>
      <pc:sldChg chg="modSp new mod">
        <pc:chgData name="Joseph Goins" userId="7c54249df951b4d5" providerId="LiveId" clId="{0D5BC27C-ED65-4960-A156-318CD3C3F085}" dt="2026-02-18T15:34:13.847" v="2899" actId="20577"/>
        <pc:sldMkLst>
          <pc:docMk/>
          <pc:sldMk cId="2126346245" sldId="257"/>
        </pc:sldMkLst>
        <pc:spChg chg="mod">
          <ac:chgData name="Joseph Goins" userId="7c54249df951b4d5" providerId="LiveId" clId="{0D5BC27C-ED65-4960-A156-318CD3C3F085}" dt="2026-02-18T14:55:16.395" v="213" actId="20577"/>
          <ac:spMkLst>
            <pc:docMk/>
            <pc:sldMk cId="2126346245" sldId="257"/>
            <ac:spMk id="2" creationId="{008F6C85-823F-B61B-2455-573F3A48CB8D}"/>
          </ac:spMkLst>
        </pc:spChg>
        <pc:spChg chg="mod">
          <ac:chgData name="Joseph Goins" userId="7c54249df951b4d5" providerId="LiveId" clId="{0D5BC27C-ED65-4960-A156-318CD3C3F085}" dt="2026-02-18T15:34:13.847" v="2899" actId="20577"/>
          <ac:spMkLst>
            <pc:docMk/>
            <pc:sldMk cId="2126346245" sldId="257"/>
            <ac:spMk id="3" creationId="{C4943197-3061-8633-DC95-AB5F561063AA}"/>
          </ac:spMkLst>
        </pc:spChg>
      </pc:sldChg>
      <pc:sldChg chg="new del">
        <pc:chgData name="Joseph Goins" userId="7c54249df951b4d5" providerId="LiveId" clId="{0D5BC27C-ED65-4960-A156-318CD3C3F085}" dt="2026-02-18T14:23:34.647" v="1" actId="2696"/>
        <pc:sldMkLst>
          <pc:docMk/>
          <pc:sldMk cId="3638246556" sldId="257"/>
        </pc:sldMkLst>
      </pc:sldChg>
      <pc:sldChg chg="delSp modSp add del mod delDesignElem chgLayout">
        <pc:chgData name="Joseph Goins" userId="7c54249df951b4d5" providerId="LiveId" clId="{0D5BC27C-ED65-4960-A156-318CD3C3F085}" dt="2026-02-18T14:24:36.319" v="5" actId="2696"/>
        <pc:sldMkLst>
          <pc:docMk/>
          <pc:sldMk cId="4047875595" sldId="257"/>
        </pc:sldMkLst>
        <pc:spChg chg="mod ord">
          <ac:chgData name="Joseph Goins" userId="7c54249df951b4d5" providerId="LiveId" clId="{0D5BC27C-ED65-4960-A156-318CD3C3F085}" dt="2026-02-18T14:24:11.559" v="4" actId="700"/>
          <ac:spMkLst>
            <pc:docMk/>
            <pc:sldMk cId="4047875595" sldId="257"/>
            <ac:spMk id="2" creationId="{BCBB5421-E0CB-9420-F2D3-0F0BFFD2BC28}"/>
          </ac:spMkLst>
        </pc:spChg>
        <pc:spChg chg="mod ord">
          <ac:chgData name="Joseph Goins" userId="7c54249df951b4d5" providerId="LiveId" clId="{0D5BC27C-ED65-4960-A156-318CD3C3F085}" dt="2026-02-18T14:24:11.559" v="4" actId="700"/>
          <ac:spMkLst>
            <pc:docMk/>
            <pc:sldMk cId="4047875595" sldId="257"/>
            <ac:spMk id="3" creationId="{06112F02-E791-BFE8-D475-2F2CF2C79FE6}"/>
          </ac:spMkLst>
        </pc:spChg>
        <pc:spChg chg="del">
          <ac:chgData name="Joseph Goins" userId="7c54249df951b4d5" providerId="LiveId" clId="{0D5BC27C-ED65-4960-A156-318CD3C3F085}" dt="2026-02-18T14:24:11.559" v="4" actId="700"/>
          <ac:spMkLst>
            <pc:docMk/>
            <pc:sldMk cId="4047875595" sldId="257"/>
            <ac:spMk id="9" creationId="{EF9DE46E-D7EC-5287-0ADF-DB1AE58E4FD6}"/>
          </ac:spMkLst>
        </pc:spChg>
        <pc:spChg chg="del">
          <ac:chgData name="Joseph Goins" userId="7c54249df951b4d5" providerId="LiveId" clId="{0D5BC27C-ED65-4960-A156-318CD3C3F085}" dt="2026-02-18T14:24:11.559" v="4" actId="700"/>
          <ac:spMkLst>
            <pc:docMk/>
            <pc:sldMk cId="4047875595" sldId="257"/>
            <ac:spMk id="11" creationId="{5C15B77D-2C94-E992-8869-CE1DD6C7F3B7}"/>
          </ac:spMkLst>
        </pc:spChg>
        <pc:cxnChg chg="del">
          <ac:chgData name="Joseph Goins" userId="7c54249df951b4d5" providerId="LiveId" clId="{0D5BC27C-ED65-4960-A156-318CD3C3F085}" dt="2026-02-18T14:24:11.559" v="4" actId="700"/>
          <ac:cxnSpMkLst>
            <pc:docMk/>
            <pc:sldMk cId="4047875595" sldId="257"/>
            <ac:cxnSpMk id="13" creationId="{C9E042F5-0472-753A-E464-32834326BDE4}"/>
          </ac:cxnSpMkLst>
        </pc:cxnChg>
      </pc:sldChg>
      <pc:sldChg chg="add del">
        <pc:chgData name="Joseph Goins" userId="7c54249df951b4d5" providerId="LiveId" clId="{0D5BC27C-ED65-4960-A156-318CD3C3F085}" dt="2026-02-18T14:24:38.643" v="6" actId="2696"/>
        <pc:sldMkLst>
          <pc:docMk/>
          <pc:sldMk cId="716755435" sldId="258"/>
        </pc:sldMkLst>
      </pc:sldChg>
      <pc:sldChg chg="modSp new mod">
        <pc:chgData name="Joseph Goins" userId="7c54249df951b4d5" providerId="LiveId" clId="{0D5BC27C-ED65-4960-A156-318CD3C3F085}" dt="2026-02-18T15:09:41.488" v="1026" actId="20577"/>
        <pc:sldMkLst>
          <pc:docMk/>
          <pc:sldMk cId="1912817548" sldId="258"/>
        </pc:sldMkLst>
        <pc:spChg chg="mod">
          <ac:chgData name="Joseph Goins" userId="7c54249df951b4d5" providerId="LiveId" clId="{0D5BC27C-ED65-4960-A156-318CD3C3F085}" dt="2026-02-18T14:55:19.843" v="215" actId="20577"/>
          <ac:spMkLst>
            <pc:docMk/>
            <pc:sldMk cId="1912817548" sldId="258"/>
            <ac:spMk id="2" creationId="{A12546AC-164C-50FD-C06C-2827CCE40A6F}"/>
          </ac:spMkLst>
        </pc:spChg>
        <pc:spChg chg="mod">
          <ac:chgData name="Joseph Goins" userId="7c54249df951b4d5" providerId="LiveId" clId="{0D5BC27C-ED65-4960-A156-318CD3C3F085}" dt="2026-02-18T15:09:41.488" v="1026" actId="20577"/>
          <ac:spMkLst>
            <pc:docMk/>
            <pc:sldMk cId="1912817548" sldId="258"/>
            <ac:spMk id="3" creationId="{B8A7667D-B3E2-60A1-18B1-502A43E0667C}"/>
          </ac:spMkLst>
        </pc:spChg>
      </pc:sldChg>
      <pc:sldChg chg="modSp new mod">
        <pc:chgData name="Joseph Goins" userId="7c54249df951b4d5" providerId="LiveId" clId="{0D5BC27C-ED65-4960-A156-318CD3C3F085}" dt="2026-02-18T15:35:02.658" v="2900" actId="20577"/>
        <pc:sldMkLst>
          <pc:docMk/>
          <pc:sldMk cId="4272980649" sldId="259"/>
        </pc:sldMkLst>
        <pc:spChg chg="mod">
          <ac:chgData name="Joseph Goins" userId="7c54249df951b4d5" providerId="LiveId" clId="{0D5BC27C-ED65-4960-A156-318CD3C3F085}" dt="2026-02-18T14:55:23.290" v="217" actId="20577"/>
          <ac:spMkLst>
            <pc:docMk/>
            <pc:sldMk cId="4272980649" sldId="259"/>
            <ac:spMk id="2" creationId="{3CC10E40-57B8-00F2-4B79-41C03CAA1400}"/>
          </ac:spMkLst>
        </pc:spChg>
        <pc:spChg chg="mod">
          <ac:chgData name="Joseph Goins" userId="7c54249df951b4d5" providerId="LiveId" clId="{0D5BC27C-ED65-4960-A156-318CD3C3F085}" dt="2026-02-18T15:35:02.658" v="2900" actId="20577"/>
          <ac:spMkLst>
            <pc:docMk/>
            <pc:sldMk cId="4272980649" sldId="259"/>
            <ac:spMk id="3" creationId="{819E3F05-DD9F-A319-444A-342744FB4320}"/>
          </ac:spMkLst>
        </pc:spChg>
      </pc:sldChg>
      <pc:sldChg chg="modSp new mod">
        <pc:chgData name="Joseph Goins" userId="7c54249df951b4d5" providerId="LiveId" clId="{0D5BC27C-ED65-4960-A156-318CD3C3F085}" dt="2026-02-18T15:18:27.260" v="1837" actId="20577"/>
        <pc:sldMkLst>
          <pc:docMk/>
          <pc:sldMk cId="2620248028" sldId="260"/>
        </pc:sldMkLst>
        <pc:spChg chg="mod">
          <ac:chgData name="Joseph Goins" userId="7c54249df951b4d5" providerId="LiveId" clId="{0D5BC27C-ED65-4960-A156-318CD3C3F085}" dt="2026-02-18T14:55:27.324" v="219" actId="20577"/>
          <ac:spMkLst>
            <pc:docMk/>
            <pc:sldMk cId="2620248028" sldId="260"/>
            <ac:spMk id="2" creationId="{8F2BCEDD-378F-FFF2-84DF-E341A2423E45}"/>
          </ac:spMkLst>
        </pc:spChg>
        <pc:spChg chg="mod">
          <ac:chgData name="Joseph Goins" userId="7c54249df951b4d5" providerId="LiveId" clId="{0D5BC27C-ED65-4960-A156-318CD3C3F085}" dt="2026-02-18T15:18:27.260" v="1837" actId="20577"/>
          <ac:spMkLst>
            <pc:docMk/>
            <pc:sldMk cId="2620248028" sldId="260"/>
            <ac:spMk id="3" creationId="{C457BE9C-C741-F7F0-94E9-63630936A9CD}"/>
          </ac:spMkLst>
        </pc:spChg>
      </pc:sldChg>
      <pc:sldChg chg="modSp new mod">
        <pc:chgData name="Joseph Goins" userId="7c54249df951b4d5" providerId="LiveId" clId="{0D5BC27C-ED65-4960-A156-318CD3C3F085}" dt="2026-02-18T15:36:10.746" v="2901" actId="20577"/>
        <pc:sldMkLst>
          <pc:docMk/>
          <pc:sldMk cId="2822443316" sldId="261"/>
        </pc:sldMkLst>
        <pc:spChg chg="mod">
          <ac:chgData name="Joseph Goins" userId="7c54249df951b4d5" providerId="LiveId" clId="{0D5BC27C-ED65-4960-A156-318CD3C3F085}" dt="2026-02-18T15:26:41.506" v="2420" actId="27636"/>
          <ac:spMkLst>
            <pc:docMk/>
            <pc:sldMk cId="2822443316" sldId="261"/>
            <ac:spMk id="2" creationId="{E419C382-A270-FF6A-0D5E-DE2FC5719589}"/>
          </ac:spMkLst>
        </pc:spChg>
        <pc:spChg chg="mod">
          <ac:chgData name="Joseph Goins" userId="7c54249df951b4d5" providerId="LiveId" clId="{0D5BC27C-ED65-4960-A156-318CD3C3F085}" dt="2026-02-18T15:36:10.746" v="2901" actId="20577"/>
          <ac:spMkLst>
            <pc:docMk/>
            <pc:sldMk cId="2822443316" sldId="261"/>
            <ac:spMk id="3" creationId="{D33192E8-6EC0-6DF0-6BFC-AA8B3F44BB5B}"/>
          </ac:spMkLst>
        </pc:spChg>
      </pc:sldChg>
      <pc:sldChg chg="addSp delSp modSp new mod setBg delDesignElem">
        <pc:chgData name="Joseph Goins" userId="7c54249df951b4d5" providerId="LiveId" clId="{0D5BC27C-ED65-4960-A156-318CD3C3F085}" dt="2026-02-18T14:55:48.132" v="229" actId="20577"/>
        <pc:sldMkLst>
          <pc:docMk/>
          <pc:sldMk cId="551858566" sldId="262"/>
        </pc:sldMkLst>
        <pc:spChg chg="mod">
          <ac:chgData name="Joseph Goins" userId="7c54249df951b4d5" providerId="LiveId" clId="{0D5BC27C-ED65-4960-A156-318CD3C3F085}" dt="2026-02-18T14:55:48.132" v="229" actId="20577"/>
          <ac:spMkLst>
            <pc:docMk/>
            <pc:sldMk cId="551858566" sldId="262"/>
            <ac:spMk id="2" creationId="{8D09B6E3-0018-511D-449A-37A2A29A6D1E}"/>
          </ac:spMkLst>
        </pc:spChg>
        <pc:spChg chg="del">
          <ac:chgData name="Joseph Goins" userId="7c54249df951b4d5" providerId="LiveId" clId="{0D5BC27C-ED65-4960-A156-318CD3C3F085}" dt="2026-02-18T14:38:34.395" v="135" actId="26606"/>
          <ac:spMkLst>
            <pc:docMk/>
            <pc:sldMk cId="551858566" sldId="262"/>
            <ac:spMk id="3" creationId="{400DB734-4E5C-2E10-8A0E-4E87D1F54212}"/>
          </ac:spMkLst>
        </pc:spChg>
        <pc:spChg chg="add del">
          <ac:chgData name="Joseph Goins" userId="7c54249df951b4d5" providerId="LiveId" clId="{0D5BC27C-ED65-4960-A156-318CD3C3F085}" dt="2026-02-18T14:39:05.906" v="137"/>
          <ac:spMkLst>
            <pc:docMk/>
            <pc:sldMk cId="551858566" sldId="262"/>
            <ac:spMk id="12" creationId="{5193C720-BAE2-4A39-9751-F1518A8094E8}"/>
          </ac:spMkLst>
        </pc:spChg>
        <pc:spChg chg="add del">
          <ac:chgData name="Joseph Goins" userId="7c54249df951b4d5" providerId="LiveId" clId="{0D5BC27C-ED65-4960-A156-318CD3C3F085}" dt="2026-02-18T14:39:05.906" v="137"/>
          <ac:spMkLst>
            <pc:docMk/>
            <pc:sldMk cId="551858566" sldId="262"/>
            <ac:spMk id="22" creationId="{72935FD9-9DF6-4DCA-9E6A-82F00F5B2719}"/>
          </ac:spMkLst>
        </pc:spChg>
        <pc:picChg chg="add del">
          <ac:chgData name="Joseph Goins" userId="7c54249df951b4d5" providerId="LiveId" clId="{0D5BC27C-ED65-4960-A156-318CD3C3F085}" dt="2026-02-18T14:39:05.906" v="137"/>
          <ac:picMkLst>
            <pc:docMk/>
            <pc:sldMk cId="551858566" sldId="262"/>
            <ac:picMk id="8" creationId="{9A0F0AC6-A89F-416B-9FA4-48E664065E73}"/>
          </ac:picMkLst>
        </pc:picChg>
        <pc:picChg chg="add del">
          <ac:chgData name="Joseph Goins" userId="7c54249df951b4d5" providerId="LiveId" clId="{0D5BC27C-ED65-4960-A156-318CD3C3F085}" dt="2026-02-18T14:39:05.906" v="137"/>
          <ac:picMkLst>
            <pc:docMk/>
            <pc:sldMk cId="551858566" sldId="262"/>
            <ac:picMk id="10" creationId="{C31AA009-40AD-4098-8AE7-680CA35C6EAA}"/>
          </ac:picMkLst>
        </pc:picChg>
        <pc:picChg chg="add del">
          <ac:chgData name="Joseph Goins" userId="7c54249df951b4d5" providerId="LiveId" clId="{0D5BC27C-ED65-4960-A156-318CD3C3F085}" dt="2026-02-18T14:39:05.906" v="137"/>
          <ac:picMkLst>
            <pc:docMk/>
            <pc:sldMk cId="551858566" sldId="262"/>
            <ac:picMk id="14" creationId="{FF1B7961-B8F2-4DF3-8A5C-FECC83259E60}"/>
          </ac:picMkLst>
        </pc:picChg>
        <pc:picChg chg="add del">
          <ac:chgData name="Joseph Goins" userId="7c54249df951b4d5" providerId="LiveId" clId="{0D5BC27C-ED65-4960-A156-318CD3C3F085}" dt="2026-02-18T14:39:05.906" v="137"/>
          <ac:picMkLst>
            <pc:docMk/>
            <pc:sldMk cId="551858566" sldId="262"/>
            <ac:picMk id="16" creationId="{840C739E-344C-45ED-B321-957FFBB02FA2}"/>
          </ac:picMkLst>
        </pc:picChg>
        <pc:picChg chg="add del">
          <ac:chgData name="Joseph Goins" userId="7c54249df951b4d5" providerId="LiveId" clId="{0D5BC27C-ED65-4960-A156-318CD3C3F085}" dt="2026-02-18T14:39:05.906" v="137"/>
          <ac:picMkLst>
            <pc:docMk/>
            <pc:sldMk cId="551858566" sldId="262"/>
            <ac:picMk id="18" creationId="{F099E10D-E5EA-4427-B5BF-FBCA386829D7}"/>
          </ac:picMkLst>
        </pc:picChg>
        <pc:picChg chg="add del">
          <ac:chgData name="Joseph Goins" userId="7c54249df951b4d5" providerId="LiveId" clId="{0D5BC27C-ED65-4960-A156-318CD3C3F085}" dt="2026-02-18T14:39:05.906" v="137"/>
          <ac:picMkLst>
            <pc:docMk/>
            <pc:sldMk cId="551858566" sldId="262"/>
            <ac:picMk id="20" creationId="{48200506-6F68-497A-8BF1-03E63E8C6861}"/>
          </ac:picMkLst>
        </pc:picChg>
      </pc:sldChg>
      <pc:sldChg chg="modSp new del mod">
        <pc:chgData name="Joseph Goins" userId="7c54249df951b4d5" providerId="LiveId" clId="{0D5BC27C-ED65-4960-A156-318CD3C3F085}" dt="2026-02-18T15:31:00.518" v="2865" actId="2696"/>
        <pc:sldMkLst>
          <pc:docMk/>
          <pc:sldMk cId="4260163706" sldId="263"/>
        </pc:sldMkLst>
        <pc:spChg chg="mod">
          <ac:chgData name="Joseph Goins" userId="7c54249df951b4d5" providerId="LiveId" clId="{0D5BC27C-ED65-4960-A156-318CD3C3F085}" dt="2026-02-18T14:40:02.229" v="205" actId="20577"/>
          <ac:spMkLst>
            <pc:docMk/>
            <pc:sldMk cId="4260163706" sldId="263"/>
            <ac:spMk id="2" creationId="{F946E13A-A106-85AA-D768-39E2CB071A82}"/>
          </ac:spMkLst>
        </pc:spChg>
        <pc:spChg chg="mod">
          <ac:chgData name="Joseph Goins" userId="7c54249df951b4d5" providerId="LiveId" clId="{0D5BC27C-ED65-4960-A156-318CD3C3F085}" dt="2026-02-18T14:43:17.584" v="207"/>
          <ac:spMkLst>
            <pc:docMk/>
            <pc:sldMk cId="4260163706" sldId="263"/>
            <ac:spMk id="3" creationId="{39CE2799-5AD0-CAE0-85C2-E14FF86F046E}"/>
          </ac:spMkLst>
        </pc:spChg>
      </pc:sldChg>
      <pc:sldChg chg="new del">
        <pc:chgData name="Joseph Goins" userId="7c54249df951b4d5" providerId="LiveId" clId="{0D5BC27C-ED65-4960-A156-318CD3C3F085}" dt="2026-02-18T15:30:55.832" v="2864" actId="2696"/>
        <pc:sldMkLst>
          <pc:docMk/>
          <pc:sldMk cId="349771263" sldId="264"/>
        </pc:sldMkLst>
      </pc:sldChg>
      <pc:sldChg chg="add">
        <pc:chgData name="Joseph Goins" userId="7c54249df951b4d5" providerId="LiveId" clId="{0D5BC27C-ED65-4960-A156-318CD3C3F085}" dt="2026-02-18T15:30:52.593" v="2863"/>
        <pc:sldMkLst>
          <pc:docMk/>
          <pc:sldMk cId="1150685888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B8A22-4CE8-4CCA-876D-1C55E34EC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0FBC5A-DBC8-EA03-D832-C727ABCC8E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91799-A068-EC55-3525-EBCB3DA61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881CD-A262-7F65-9FD5-6178FF4F3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1632C-AD51-34CF-ABE0-2CCCC5E00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479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6AD53-EDEA-C4E5-5965-D74C496FE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D2EF5-4C26-251B-C76D-A0AC3BDD5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2601C-9EFF-FE99-D0D7-28BCC4635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308D3-67FC-408F-B7A0-F2F525F11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0D576-65A8-B186-D19E-901F01348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9662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69CCF-9A40-6CCB-D092-680C48967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FFBD37-0989-14E7-651D-BCA6F376F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68556-62C1-B4E4-E8F0-F9B646BC6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FFBF0-D43C-EE06-0B26-8D851A5A0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3BD70-0F3F-7F84-4DEF-356F17795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675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60D18-ECCC-72BF-3D89-21592E432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E9C93-08EF-2B7C-2BDE-4465810053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1C8E28-BFD3-9288-92A0-1D0C441698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A5118-E1C0-816A-AD24-3109D2C83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D7EA2-F57A-350C-E69A-1066BCFED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7795D0-E0C6-3ADA-FA96-EA85C21EC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55415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C8CF7-AE4B-B2E3-4B93-59CD12469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3E86A-8151-4B93-F19D-1DA57C2C0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160A5F-C263-8821-4511-4A530ACE6D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7EEE95-682A-6AC5-4FFA-4E082F0884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FFC943-19DB-9E54-38DB-80F82A0349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04CEA2-F4C6-7C2E-3280-98BAA0A46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C8D04E-C09B-9F09-6E31-A160B918C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A7F894-726D-7E8E-E8FE-4AFF841B1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01566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D5851-06E4-0AA2-37C3-DA7A40539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036EA8-E14B-DD56-5294-065C99ADD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5369B8-2CED-719F-E352-CFE6BAED5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B90832-6AE0-D6E5-E43E-3070EF085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569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29DB22-CDCB-A6FF-BC08-0DF8A9710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FA7F5C-9EDA-5EB7-1B55-7B606C46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FF9E1-3ACA-3761-8C6E-011A04C02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154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08E66-CFCE-0E72-C9F4-8767EA8C3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98773-FE6B-868C-E8C1-B51DF62D1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D8223B-6FC4-333B-3513-DD80D29434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5C03F-E867-269D-A293-F0E2E5962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16D17-9000-B7EE-4731-73163E608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AAECE6-B986-47E4-CB99-31BE9545D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22452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8A95D-7295-92DA-E9BB-FF65C620C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DA3A6D-2445-2D6A-941E-BA5ABCB8A5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FA90D5-8AD8-B46B-C989-891A52D28C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DACA67-AF22-1AAF-7967-C1655FD8F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D8F5F4-E781-254C-8DA4-D6E53E160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2A760A-C1A1-2AE2-5373-E9EA07099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147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5B5C3-A437-22B9-7DD3-9675FA81D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A35127-2BED-0B35-CDE2-D5B5615BCB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A6920-A5CB-C96F-2BB4-68B31E368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21861-16A4-F586-B718-351A64DDF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B9F29-7B96-2EDB-2D98-92B4B10E9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76815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66EECE-49CA-A720-EE62-A8460DD0C2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6EDDC8-46F6-700E-B197-4FAC790E1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61EB7-0A0F-FA01-19EE-6883025F9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C40F1-9CFF-6528-588A-24788C4D3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EF9D0-098E-8B94-329F-56CCC8A07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06729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D707C6-ED7B-708D-08F5-EB29D7C23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1E71C9-7C28-9D90-BC5B-4264728B2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30555-D0AB-A256-9E1B-4A2450D19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00FEA-9113-F216-A579-FED95F0476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45CE6-B9E5-5F73-5374-E08801D1DB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299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op view of a background splashed with colors">
            <a:extLst>
              <a:ext uri="{FF2B5EF4-FFF2-40B4-BE49-F238E27FC236}">
                <a16:creationId xmlns:a16="http://schemas.microsoft.com/office/drawing/2014/main" id="{64F83401-36FC-D013-E5A5-7C19E2F2FF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7"/>
          <a:stretch>
            <a:fillRect/>
          </a:stretch>
        </p:blipFill>
        <p:spPr>
          <a:xfrm>
            <a:off x="21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AFA841-8B22-CE80-D4F6-EB3B3A50E3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8061" y="914400"/>
            <a:ext cx="4892948" cy="3427867"/>
          </a:xfrm>
        </p:spPr>
        <p:txBody>
          <a:bodyPr anchor="t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Final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Project:</a:t>
            </a:r>
            <a:r>
              <a:rPr lang="en-US" dirty="0">
                <a:solidFill>
                  <a:srgbClr val="FFFFFF"/>
                </a:solidFill>
              </a:rPr>
              <a:t>: </a:t>
            </a:r>
            <a:r>
              <a:rPr lang="en-US" dirty="0">
                <a:solidFill>
                  <a:schemeClr val="bg1"/>
                </a:solidFill>
              </a:rPr>
              <a:t>Sprint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Retrospective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00E525-A7B5-F6E6-4682-1ECB63E5B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9835" y="5253051"/>
            <a:ext cx="4941173" cy="1393281"/>
          </a:xfrm>
        </p:spPr>
        <p:txBody>
          <a:bodyPr anchor="t"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By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Joseph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Goins</a:t>
            </a:r>
          </a:p>
          <a:p>
            <a:pPr algn="r"/>
            <a:r>
              <a:rPr lang="en-US" dirty="0">
                <a:solidFill>
                  <a:schemeClr val="bg1"/>
                </a:solidFill>
              </a:rPr>
              <a:t>CS-250</a:t>
            </a:r>
            <a:r>
              <a:rPr lang="en-US" dirty="0">
                <a:solidFill>
                  <a:srgbClr val="FFFFFF"/>
                </a:solidFill>
              </a:rPr>
              <a:t>: </a:t>
            </a:r>
            <a:r>
              <a:rPr lang="en-US" dirty="0">
                <a:solidFill>
                  <a:schemeClr val="bg1"/>
                </a:solidFill>
              </a:rPr>
              <a:t>Software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Development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Lifecycle</a:t>
            </a:r>
          </a:p>
        </p:txBody>
      </p:sp>
    </p:spTree>
    <p:extLst>
      <p:ext uri="{BB962C8B-B14F-4D97-AF65-F5344CB8AC3E}">
        <p14:creationId xmlns:p14="http://schemas.microsoft.com/office/powerpoint/2010/main" val="1371984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F6C85-823F-B61B-2455-573F3A48C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834363"/>
          </a:xfrm>
        </p:spPr>
        <p:txBody>
          <a:bodyPr/>
          <a:lstStyle/>
          <a:p>
            <a:r>
              <a:rPr lang="en-US" dirty="0"/>
              <a:t>Product Owner and Scrum Master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43197-3061-8633-DC95-AB5F56106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584960"/>
            <a:ext cx="10364452" cy="4206241"/>
          </a:xfrm>
        </p:spPr>
        <p:txBody>
          <a:bodyPr/>
          <a:lstStyle/>
          <a:p>
            <a:r>
              <a:rPr lang="en-US" dirty="0"/>
              <a:t>The Product Owner is the organizer of the vision.</a:t>
            </a:r>
          </a:p>
          <a:p>
            <a:r>
              <a:rPr lang="en-US" dirty="0"/>
              <a:t>They refine the backlog and prioritize tasks.</a:t>
            </a:r>
          </a:p>
          <a:p>
            <a:r>
              <a:rPr lang="en-US" dirty="0"/>
              <a:t>Build the user stories.</a:t>
            </a:r>
          </a:p>
          <a:p>
            <a:r>
              <a:rPr lang="en-US" dirty="0"/>
              <a:t>Provide continuous feedback and project changes.</a:t>
            </a:r>
          </a:p>
          <a:p>
            <a:r>
              <a:rPr lang="en-US" dirty="0"/>
              <a:t>The Scrum Master is the facilitator and coach.</a:t>
            </a:r>
          </a:p>
          <a:p>
            <a:r>
              <a:rPr lang="en-US" dirty="0"/>
              <a:t>They provide encouragement and help to the team.</a:t>
            </a:r>
          </a:p>
          <a:p>
            <a:r>
              <a:rPr lang="en-US" dirty="0"/>
              <a:t>They utilize the latest Agile practices.</a:t>
            </a:r>
          </a:p>
          <a:p>
            <a:r>
              <a:rPr lang="en-US" dirty="0"/>
              <a:t>They remove impediments and provide help.</a:t>
            </a:r>
          </a:p>
        </p:txBody>
      </p:sp>
    </p:spTree>
    <p:extLst>
      <p:ext uri="{BB962C8B-B14F-4D97-AF65-F5344CB8AC3E}">
        <p14:creationId xmlns:p14="http://schemas.microsoft.com/office/powerpoint/2010/main" val="2126346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546AC-164C-50FD-C06C-2827CCE40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864843"/>
          </a:xfrm>
        </p:spPr>
        <p:txBody>
          <a:bodyPr/>
          <a:lstStyle/>
          <a:p>
            <a:r>
              <a:rPr lang="en-US" dirty="0"/>
              <a:t>Tester and Developer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7667D-B3E2-60A1-18B1-502A43E06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656081"/>
            <a:ext cx="10364452" cy="4135120"/>
          </a:xfrm>
        </p:spPr>
        <p:txBody>
          <a:bodyPr/>
          <a:lstStyle/>
          <a:p>
            <a:r>
              <a:rPr lang="en-US" dirty="0"/>
              <a:t>The tester works with the development team and product owner.</a:t>
            </a:r>
          </a:p>
          <a:p>
            <a:r>
              <a:rPr lang="en-US" dirty="0"/>
              <a:t>They help meet expectations of the software.</a:t>
            </a:r>
          </a:p>
          <a:p>
            <a:r>
              <a:rPr lang="en-US" dirty="0"/>
              <a:t>Develop test cases and execute testing</a:t>
            </a:r>
          </a:p>
          <a:p>
            <a:r>
              <a:rPr lang="en-US" dirty="0"/>
              <a:t>The developers take in all the project information.</a:t>
            </a:r>
          </a:p>
          <a:p>
            <a:r>
              <a:rPr lang="en-US" dirty="0"/>
              <a:t>They use this information to build the application.</a:t>
            </a:r>
          </a:p>
          <a:p>
            <a:r>
              <a:rPr lang="en-US" dirty="0"/>
              <a:t>They design, build, test, and deploy the application.</a:t>
            </a:r>
          </a:p>
          <a:p>
            <a:r>
              <a:rPr lang="en-US" dirty="0"/>
              <a:t>They adapt these responsibilities through changes. </a:t>
            </a:r>
          </a:p>
        </p:txBody>
      </p:sp>
    </p:spTree>
    <p:extLst>
      <p:ext uri="{BB962C8B-B14F-4D97-AF65-F5344CB8AC3E}">
        <p14:creationId xmlns:p14="http://schemas.microsoft.com/office/powerpoint/2010/main" val="1912817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10E40-57B8-00F2-4B79-41C03CAA1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824203"/>
          </a:xfrm>
        </p:spPr>
        <p:txBody>
          <a:bodyPr/>
          <a:lstStyle/>
          <a:p>
            <a:r>
              <a:rPr lang="en-US" dirty="0"/>
              <a:t>Agile Phases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E3F05-DD9F-A319-444A-342744FB4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757680"/>
            <a:ext cx="10364452" cy="403352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Agile starts with the planning phase.</a:t>
            </a:r>
          </a:p>
          <a:p>
            <a:r>
              <a:rPr lang="en-US" dirty="0"/>
              <a:t>After the product owner and scrum master are finish planning, the development team can begin the design phase.</a:t>
            </a:r>
          </a:p>
          <a:p>
            <a:r>
              <a:rPr lang="en-US" dirty="0"/>
              <a:t>After the designing is done, the developers will develop the program.</a:t>
            </a:r>
          </a:p>
          <a:p>
            <a:r>
              <a:rPr lang="en-US" dirty="0"/>
              <a:t>Then testing begins so the product can be deployed.</a:t>
            </a:r>
          </a:p>
          <a:p>
            <a:r>
              <a:rPr lang="en-US" dirty="0"/>
              <a:t>Once deployed they can review the project for the next iteration.</a:t>
            </a:r>
          </a:p>
          <a:p>
            <a:r>
              <a:rPr lang="en-US" dirty="0"/>
              <a:t>Lastly, once all iterations are complete, you can launch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4272980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BCEDD-378F-FFF2-84DF-E341A2423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946123"/>
          </a:xfrm>
        </p:spPr>
        <p:txBody>
          <a:bodyPr/>
          <a:lstStyle/>
          <a:p>
            <a:r>
              <a:rPr lang="en-US" dirty="0"/>
              <a:t>Waterfall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7BE9C-C741-F7F0-94E9-63630936A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838960"/>
            <a:ext cx="10364452" cy="3952241"/>
          </a:xfrm>
        </p:spPr>
        <p:txBody>
          <a:bodyPr/>
          <a:lstStyle/>
          <a:p>
            <a:r>
              <a:rPr lang="en-US" dirty="0"/>
              <a:t>For the waterfall model, it all starts with analyzing the problem and solution.</a:t>
            </a:r>
          </a:p>
          <a:p>
            <a:r>
              <a:rPr lang="en-US" dirty="0"/>
              <a:t>Then they design the project structure.</a:t>
            </a:r>
          </a:p>
          <a:p>
            <a:r>
              <a:rPr lang="en-US" dirty="0"/>
              <a:t>Implement the solution built by developers.</a:t>
            </a:r>
          </a:p>
          <a:p>
            <a:r>
              <a:rPr lang="en-US" dirty="0"/>
              <a:t>Test the program to remove any bugs or alter last minute things.</a:t>
            </a:r>
          </a:p>
          <a:p>
            <a:r>
              <a:rPr lang="en-US" dirty="0"/>
              <a:t>Lastly, the team will launch and maintain the program.</a:t>
            </a:r>
          </a:p>
        </p:txBody>
      </p:sp>
    </p:spTree>
    <p:extLst>
      <p:ext uri="{BB962C8B-B14F-4D97-AF65-F5344CB8AC3E}">
        <p14:creationId xmlns:p14="http://schemas.microsoft.com/office/powerpoint/2010/main" val="2620248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9C382-A270-FF6A-0D5E-DE2FC5719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676883"/>
          </a:xfrm>
        </p:spPr>
        <p:txBody>
          <a:bodyPr>
            <a:normAutofit fontScale="90000"/>
          </a:bodyPr>
          <a:lstStyle/>
          <a:p>
            <a:r>
              <a:rPr lang="en-US" dirty="0"/>
              <a:t>Waterfall Vs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192E8-6EC0-6DF0-6BFC-AA8B3F44B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430868"/>
            <a:ext cx="10364452" cy="517313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issue with waterfall is that analysis only happens once.</a:t>
            </a:r>
          </a:p>
          <a:p>
            <a:r>
              <a:rPr lang="en-US" dirty="0"/>
              <a:t>If you only analyze your solution at the beginning, then any uncertainty in the project can cause major issues.</a:t>
            </a:r>
          </a:p>
          <a:p>
            <a:r>
              <a:rPr lang="en-US" dirty="0"/>
              <a:t>For agile, analysis happens after every iteration.</a:t>
            </a:r>
          </a:p>
          <a:p>
            <a:r>
              <a:rPr lang="en-US" dirty="0"/>
              <a:t>This allows for correcting any issues or making changes to design.</a:t>
            </a:r>
          </a:p>
          <a:p>
            <a:r>
              <a:rPr lang="en-US" dirty="0"/>
              <a:t>I think if your problem requires a simple solution where the solution </a:t>
            </a:r>
            <a:r>
              <a:rPr lang="en-US"/>
              <a:t>is certain, </a:t>
            </a:r>
            <a:r>
              <a:rPr lang="en-US" dirty="0"/>
              <a:t>waterfall can be effective.</a:t>
            </a:r>
          </a:p>
          <a:p>
            <a:r>
              <a:rPr lang="en-US" dirty="0"/>
              <a:t>However, if the problem is complicated with uncertainty, agile is the better approach.</a:t>
            </a:r>
          </a:p>
          <a:p>
            <a:r>
              <a:rPr lang="en-US" dirty="0"/>
              <a:t>Having a hybrid approach can be effective as well. You just have to commit to the methodology where its implemented.</a:t>
            </a:r>
          </a:p>
        </p:txBody>
      </p:sp>
    </p:spTree>
    <p:extLst>
      <p:ext uri="{BB962C8B-B14F-4D97-AF65-F5344CB8AC3E}">
        <p14:creationId xmlns:p14="http://schemas.microsoft.com/office/powerpoint/2010/main" val="2822443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9B6E3-0018-511D-449A-37A2A29A6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4035" y="1124125"/>
            <a:ext cx="8689976" cy="18443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/>
              <a:t>The End, Thank </a:t>
            </a:r>
            <a:r>
              <a:rPr lang="en-US" dirty="0"/>
              <a:t>Y</a:t>
            </a:r>
            <a:r>
              <a:rPr lang="en-US" sz="4400" dirty="0"/>
              <a:t>ou!</a:t>
            </a:r>
          </a:p>
        </p:txBody>
      </p:sp>
    </p:spTree>
    <p:extLst>
      <p:ext uri="{BB962C8B-B14F-4D97-AF65-F5344CB8AC3E}">
        <p14:creationId xmlns:p14="http://schemas.microsoft.com/office/powerpoint/2010/main" val="551858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146A7-A2BA-BF33-E3CC-E37E68D2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EE7EC-256A-A8B0-412E-FE66B0460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ADF08-3578-D392-06E1-41788BB12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Cobb, C. G. (n.d.). Chapter 3. In </a:t>
            </a:r>
            <a:r>
              <a:rPr lang="en-US" i="1" dirty="0"/>
              <a:t>The Project Manager’s Guide to Mastering Agile : Principles and Practices for an Adaptive Approach</a:t>
            </a:r>
            <a:r>
              <a:rPr lang="en-US" dirty="0"/>
              <a:t>. essay. Retrieved January 22, 2025, from https://research.ebsco.com/c/cyb354/search/details/tbfxle5mbr?db=nlebk. </a:t>
            </a:r>
          </a:p>
          <a:p>
            <a:r>
              <a:rPr lang="en-US" dirty="0">
                <a:effectLst/>
              </a:rPr>
              <a:t>CS250-Module One: SDLC methodologies. (n.d.-b). https://snhu-media.snhu.edu/files/course_repository/undergraduate/cs/cs250/storyline/mod1/story_html5.html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685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Words>503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Final Project:: Sprint Retrospective</vt:lpstr>
      <vt:lpstr>Product Owner and Scrum Master</vt:lpstr>
      <vt:lpstr>Tester and Developer</vt:lpstr>
      <vt:lpstr>Agile Phases</vt:lpstr>
      <vt:lpstr>Waterfall Model</vt:lpstr>
      <vt:lpstr>Waterfall Vs Agile</vt:lpstr>
      <vt:lpstr>The End, Thank You!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Goins</dc:creator>
  <cp:lastModifiedBy>Joseph Goins</cp:lastModifiedBy>
  <cp:revision>1</cp:revision>
  <dcterms:created xsi:type="dcterms:W3CDTF">2026-02-18T14:16:14Z</dcterms:created>
  <dcterms:modified xsi:type="dcterms:W3CDTF">2026-02-18T15:36:11Z</dcterms:modified>
</cp:coreProperties>
</file>